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26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notesSlides/notesSlide28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3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 /><Relationship Id="rId34" Type="http://schemas.openxmlformats.org/officeDocument/2006/relationships/tableStyles" Target="tableStyles.xml" /><Relationship Id="rId3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462340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470302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819425562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1330006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2992851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564388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448239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383555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2160337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A9EFBE-9F3E-F10A-688B-16BC8BAFFB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059014-A0C8-841A-CC43-1FA2FA4D89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375971-18ED-A8F0-8AFD-408F36436C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0497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83825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17396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DB2CE1-80A1-F99A-1CE3-77E920AE44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BADEF3-E971-279E-2001-E9C27C108E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810509-1505-9C82-9C27-FFC2D753DD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744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44776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3044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368191-7CCE-790D-722E-E040597CFD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7CD024-81DA-4227-7F97-68DDF38928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47B958-55C2-D79F-C8B1-980FF440ABC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8382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82937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4266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8211F4-7755-CC2D-D566-26EF52C33D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A35892-7D47-B404-2A01-1ECFEDA9A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4833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31685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47941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653AF5-27BB-DA90-29E3-5CD97518B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01962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15928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81369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30CDAE-9D02-983E-96E3-B4FBED350D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6954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068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2469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841BCA-8D62-0189-8DE4-81621232D5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9839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5218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714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24A5E7B-9D9B-5493-F160-19B7C56399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9892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9075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0528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98A41C-C134-7422-F289-F39E64A7EE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CFA318-74B2-19FD-7565-E5825A7AA7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4E1D3B-06D1-0604-1E0F-2C739E098E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901D5C-349A-AB74-F218-615592A1F1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2F8785-E227-A757-65DB-AAD72AFBFA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09BDF1-8534-945F-F101-57E9165C9D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617F01-400A-7C3D-7C58-350B4A455B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91781D-F97D-32A7-6466-AD3C9388B7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5733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3801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5012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B2B441-D47C-E66E-99C5-800FBC31CE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1A6DB-638B-1F72-4989-B50AB6AB80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4C234-BB2B-AB24-CFA9-89BE22B6A7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221175-E1D2-AE0C-32AB-FD7CC14355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18316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70662465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211789740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2865482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8851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9335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910674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288831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341980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97536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422150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2450201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999124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336317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62234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637555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9375898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9606783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334811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89553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3501809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0197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2462040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5816677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0981035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0769887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0700441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7090708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1120536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1977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933193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012911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6269306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28541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5725806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2665475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67357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4320563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2946529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95970394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124513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0419138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0977801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15178510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6960678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053653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2817641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8202996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315040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402968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2238497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940986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93652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13251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25151742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4673408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8371519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187060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7680553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997060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748446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2044337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05395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3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309124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ro-RO"/>
              <a:t>Slot Attention</a:t>
            </a:r>
            <a:endParaRPr lang="en-US"/>
          </a:p>
        </p:txBody>
      </p:sp>
      <p:sp>
        <p:nvSpPr>
          <p:cNvPr id="55154671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pull dir="r"/>
      </p:transition>
    </mc:Choice>
    <mc:Fallback>
      <p:transition spd="med" advClick="1">
        <p:pull dir="r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755173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393059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46319024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406892" y="-55485"/>
            <a:ext cx="13496924" cy="8601075"/>
          </a:xfrm>
          <a:prstGeom prst="rect">
            <a:avLst/>
          </a:prstGeom>
        </p:spPr>
      </p:pic>
      <p:sp>
        <p:nvSpPr>
          <p:cNvPr id="1400995523" name=""/>
          <p:cNvSpPr/>
          <p:nvPr/>
        </p:nvSpPr>
        <p:spPr bwMode="auto">
          <a:xfrm rot="3455726" flipH="0" flipV="0">
            <a:off x="8392025" y="1365149"/>
            <a:ext cx="564101" cy="804538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pull dir="r"/>
      </p:transition>
    </mc:Choice>
    <mc:Fallback>
      <p:transition spd="med" advClick="1">
        <p:pull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99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034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o-RO"/>
              <a:t> </a:t>
            </a:r>
            <a:endParaRPr/>
          </a:p>
        </p:txBody>
      </p:sp>
      <p:sp>
        <p:nvSpPr>
          <p:cNvPr id="124610311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7233725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20218" y="0"/>
            <a:ext cx="12077699" cy="6343650"/>
          </a:xfrm>
          <a:prstGeom prst="rect">
            <a:avLst/>
          </a:prstGeom>
        </p:spPr>
      </p:pic>
      <p:graphicFrame>
        <p:nvGraphicFramePr>
          <p:cNvPr id="1616425836" name=""/>
          <p:cNvGraphicFramePr>
            <a:graphicFrameLocks xmlns:a="http://schemas.openxmlformats.org/drawingml/2006/main"/>
          </p:cNvGraphicFramePr>
          <p:nvPr/>
        </p:nvGraphicFramePr>
        <p:xfrm>
          <a:off x="4057218" y="6430022"/>
          <a:ext cx="8140699" cy="40385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8127999"/>
              </a:tblGrid>
              <a:tr h="365760">
                <a:tc>
                  <a:txBody>
                    <a:bodyPr/>
                    <a:p>
                      <a:pPr>
                        <a:defRPr/>
                      </a:pPr>
                      <a:r>
                        <a:rPr lang="ro-RO" sz="18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@</a:t>
                      </a:r>
                      <a:r>
                        <a:rPr lang="en-US" sz="1800" b="1" i="0" u="none" strike="noStrike" cap="none" spc="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</a:rPr>
                        <a:t>arxiv.org/pdf/1706.03762</a:t>
                      </a:r>
                      <a:endParaRPr lang="ro-RO" sz="1800" b="1" i="0" u="none" strike="noStrike" cap="none" spc="0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pull dir="r"/>
      </p:transition>
    </mc:Choice>
    <mc:Fallback>
      <p:transition spd="med" advClick="1">
        <p:pull dir="r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73729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103444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6122668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101723" y="0"/>
            <a:ext cx="12220574" cy="6829425"/>
          </a:xfrm>
          <a:prstGeom prst="rect">
            <a:avLst/>
          </a:prstGeom>
        </p:spPr>
      </p:pic>
      <p:pic>
        <p:nvPicPr>
          <p:cNvPr id="18160718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107184" y="4707014"/>
            <a:ext cx="5010149" cy="819149"/>
          </a:xfrm>
          <a:prstGeom prst="rect">
            <a:avLst/>
          </a:prstGeom>
        </p:spPr>
      </p:pic>
      <p:sp>
        <p:nvSpPr>
          <p:cNvPr id="992383097" name=""/>
          <p:cNvSpPr txBox="1"/>
          <p:nvPr/>
        </p:nvSpPr>
        <p:spPr bwMode="auto">
          <a:xfrm rot="0" flipH="0" flipV="0">
            <a:off x="343106" y="194198"/>
            <a:ext cx="549341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https://www.youtube.com/watch?v=zmZBT7E93ys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pull dir="r"/>
      </p:transition>
    </mc:Choice>
    <mc:Fallback>
      <p:transition spd="med" advClick="1">
        <p:pull dir="r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24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662300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19364110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406892" y="-55485"/>
            <a:ext cx="13496925" cy="8601075"/>
          </a:xfrm>
          <a:prstGeom prst="rect">
            <a:avLst/>
          </a:prstGeom>
        </p:spPr>
      </p:pic>
      <p:sp>
        <p:nvSpPr>
          <p:cNvPr id="1562290086" name=""/>
          <p:cNvSpPr/>
          <p:nvPr/>
        </p:nvSpPr>
        <p:spPr bwMode="auto">
          <a:xfrm rot="7234153" flipH="0" flipV="0">
            <a:off x="8270429" y="1423355"/>
            <a:ext cx="564100" cy="804537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pull dir="r"/>
      </p:transition>
    </mc:Choice>
    <mc:Fallback>
      <p:transition spd="med" advClick="1">
        <p:pull dir="r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290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4463884" name="Title 1"/>
          <p:cNvSpPr>
            <a:spLocks noGrp="1"/>
          </p:cNvSpPr>
          <p:nvPr>
            <p:ph type="title"/>
          </p:nvPr>
        </p:nvSpPr>
        <p:spPr bwMode="auto">
          <a:xfrm>
            <a:off x="402481" y="142199"/>
            <a:ext cx="10515600" cy="1325562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356741" name=""/>
          <p:cNvSpPr/>
          <p:nvPr/>
        </p:nvSpPr>
        <p:spPr bwMode="auto">
          <a:xfrm rot="0" flipH="0" flipV="0">
            <a:off x="5026994" y="2026595"/>
            <a:ext cx="1783404" cy="709308"/>
          </a:xfrm>
          <a:prstGeom prst="rect">
            <a:avLst/>
          </a:prstGeom>
          <a:solidFill>
            <a:schemeClr val="accent3"/>
          </a:solidFill>
          <a:ln w="12700" cap="flat" cmpd="sng" algn="ctr">
            <a:solidFill>
              <a:schemeClr val="accent3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58729681" name=""/>
          <p:cNvSpPr/>
          <p:nvPr/>
        </p:nvSpPr>
        <p:spPr bwMode="auto">
          <a:xfrm rot="0" flipH="0" flipV="0">
            <a:off x="5026994" y="2888302"/>
            <a:ext cx="1783404" cy="70930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97656044" name=""/>
          <p:cNvSpPr/>
          <p:nvPr/>
        </p:nvSpPr>
        <p:spPr bwMode="auto">
          <a:xfrm rot="0" flipH="0" flipV="0">
            <a:off x="5026994" y="3769872"/>
            <a:ext cx="1783404" cy="70930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331515729" name=""/>
          <p:cNvSpPr/>
          <p:nvPr/>
        </p:nvSpPr>
        <p:spPr bwMode="auto">
          <a:xfrm rot="0" flipH="0" flipV="0">
            <a:off x="5026994" y="4590643"/>
            <a:ext cx="1783404" cy="70930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86172361" name=""/>
          <p:cNvCxnSpPr/>
          <p:nvPr/>
        </p:nvCxnSpPr>
        <p:spPr bwMode="auto">
          <a:xfrm flipH="0" flipV="1">
            <a:off x="5868031" y="2208989"/>
            <a:ext cx="607978" cy="268523"/>
          </a:xfrm>
          <a:prstGeom prst="line">
            <a:avLst/>
          </a:prstGeom>
          <a:ln w="57150" cap="flat" cmpd="sng" algn="ctr">
            <a:solidFill>
              <a:srgbClr val="00B05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3826530" name=""/>
          <p:cNvCxnSpPr/>
          <p:nvPr/>
        </p:nvCxnSpPr>
        <p:spPr bwMode="auto">
          <a:xfrm flipH="1" flipV="1">
            <a:off x="5472845" y="3160476"/>
            <a:ext cx="243596" cy="268522"/>
          </a:xfrm>
          <a:prstGeom prst="line">
            <a:avLst/>
          </a:prstGeom>
          <a:ln w="57150" cap="flat" cmpd="sng" algn="ctr">
            <a:solidFill>
              <a:srgbClr val="00B05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469497" name=""/>
          <p:cNvCxnSpPr/>
          <p:nvPr/>
        </p:nvCxnSpPr>
        <p:spPr bwMode="auto">
          <a:xfrm flipH="1" flipV="0">
            <a:off x="5594643" y="3860664"/>
            <a:ext cx="830701" cy="526914"/>
          </a:xfrm>
          <a:prstGeom prst="line">
            <a:avLst/>
          </a:prstGeom>
          <a:ln w="57150" cap="flat" cmpd="sng" algn="ctr">
            <a:solidFill>
              <a:srgbClr val="00B05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689671" name=""/>
          <p:cNvCxnSpPr/>
          <p:nvPr/>
        </p:nvCxnSpPr>
        <p:spPr bwMode="auto">
          <a:xfrm flipH="0" flipV="0">
            <a:off x="5594643" y="5079559"/>
            <a:ext cx="749637" cy="0"/>
          </a:xfrm>
          <a:prstGeom prst="line">
            <a:avLst/>
          </a:prstGeom>
          <a:ln w="57150" cap="flat" cmpd="sng" algn="ctr">
            <a:solidFill>
              <a:srgbClr val="00B05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82510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0257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889898" name=""/>
          <p:cNvSpPr/>
          <p:nvPr/>
        </p:nvSpPr>
        <p:spPr bwMode="auto">
          <a:xfrm rot="0" flipH="0" flipV="0">
            <a:off x="1672977" y="3429000"/>
            <a:ext cx="1783404" cy="70930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367844137" name=""/>
          <p:cNvCxnSpPr/>
          <p:nvPr/>
        </p:nvCxnSpPr>
        <p:spPr bwMode="auto">
          <a:xfrm flipH="0" flipV="1">
            <a:off x="2514015" y="3611394"/>
            <a:ext cx="607977" cy="268522"/>
          </a:xfrm>
          <a:prstGeom prst="line">
            <a:avLst/>
          </a:prstGeom>
          <a:ln w="57150" cap="flat" cmpd="sng" algn="ctr">
            <a:solidFill>
              <a:srgbClr val="00B05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0040128" name=""/>
          <p:cNvSpPr/>
          <p:nvPr/>
        </p:nvSpPr>
        <p:spPr bwMode="auto">
          <a:xfrm rot="0" flipH="0" flipV="0">
            <a:off x="3689441" y="2594042"/>
            <a:ext cx="2553510" cy="217859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>
              <a:lumMod val="60000"/>
              <a:lumOff val="40000"/>
            </a:schemeClr>
          </a:solidFill>
          <a:ln w="12700" cap="flat" cmpd="sng" algn="ctr">
            <a:solidFill>
              <a:schemeClr val="accent4">
                <a:lumMod val="74901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15940262" name=""/>
          <p:cNvSpPr/>
          <p:nvPr/>
        </p:nvSpPr>
        <p:spPr bwMode="auto">
          <a:xfrm rot="0" flipH="0" flipV="0">
            <a:off x="6759734" y="2083087"/>
            <a:ext cx="4772632" cy="33251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6888767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196715" y="2283162"/>
            <a:ext cx="2028825" cy="14001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598458" name="Title 1"/>
          <p:cNvSpPr>
            <a:spLocks noGrp="1"/>
          </p:cNvSpPr>
          <p:nvPr>
            <p:ph type="title"/>
          </p:nvPr>
        </p:nvSpPr>
        <p:spPr bwMode="auto">
          <a:xfrm>
            <a:off x="1166329" y="263795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ro-RO"/>
              <a:t> </a:t>
            </a:r>
            <a:endParaRPr/>
          </a:p>
        </p:txBody>
      </p:sp>
      <p:sp>
        <p:nvSpPr>
          <p:cNvPr id="2037556826" name=""/>
          <p:cNvSpPr/>
          <p:nvPr/>
        </p:nvSpPr>
        <p:spPr bwMode="auto">
          <a:xfrm rot="0" flipH="0" flipV="0">
            <a:off x="2432032" y="4830735"/>
            <a:ext cx="2553510" cy="734641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23629368" name=""/>
          <p:cNvSpPr/>
          <p:nvPr/>
        </p:nvSpPr>
        <p:spPr bwMode="auto">
          <a:xfrm rot="0" flipH="0" flipV="0">
            <a:off x="5473944" y="2238560"/>
            <a:ext cx="1244110" cy="73629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00697586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155698" y="2363316"/>
            <a:ext cx="366030" cy="252612"/>
          </a:xfrm>
          <a:prstGeom prst="rect">
            <a:avLst/>
          </a:prstGeom>
        </p:spPr>
      </p:pic>
      <p:sp>
        <p:nvSpPr>
          <p:cNvPr id="1091564459" name=""/>
          <p:cNvSpPr/>
          <p:nvPr/>
        </p:nvSpPr>
        <p:spPr bwMode="auto">
          <a:xfrm rot="0" flipH="0" flipV="0">
            <a:off x="263575" y="2292020"/>
            <a:ext cx="1783404" cy="70930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24486051" name=""/>
          <p:cNvSpPr/>
          <p:nvPr/>
        </p:nvSpPr>
        <p:spPr bwMode="auto">
          <a:xfrm rot="0" flipH="0" flipV="0">
            <a:off x="263575" y="3153728"/>
            <a:ext cx="1783404" cy="70930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81448107" name=""/>
          <p:cNvSpPr/>
          <p:nvPr/>
        </p:nvSpPr>
        <p:spPr bwMode="auto">
          <a:xfrm rot="0" flipH="0" flipV="0">
            <a:off x="263575" y="4035297"/>
            <a:ext cx="1783404" cy="70930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658386711" name=""/>
          <p:cNvSpPr/>
          <p:nvPr/>
        </p:nvSpPr>
        <p:spPr bwMode="auto">
          <a:xfrm rot="0" flipH="0" flipV="0">
            <a:off x="263575" y="4856068"/>
            <a:ext cx="1783404" cy="709308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087594534" name=""/>
          <p:cNvCxnSpPr/>
          <p:nvPr/>
        </p:nvCxnSpPr>
        <p:spPr bwMode="auto">
          <a:xfrm flipH="0" flipV="1">
            <a:off x="1115664" y="2472445"/>
            <a:ext cx="607977" cy="268522"/>
          </a:xfrm>
          <a:prstGeom prst="line">
            <a:avLst/>
          </a:prstGeom>
          <a:ln w="57150" cap="flat" cmpd="sng" algn="ctr">
            <a:solidFill>
              <a:srgbClr val="00B05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038491" name=""/>
          <p:cNvCxnSpPr/>
          <p:nvPr/>
        </p:nvCxnSpPr>
        <p:spPr bwMode="auto">
          <a:xfrm flipH="1" flipV="1">
            <a:off x="720478" y="3423933"/>
            <a:ext cx="243595" cy="268522"/>
          </a:xfrm>
          <a:prstGeom prst="line">
            <a:avLst/>
          </a:prstGeom>
          <a:ln w="57150" cap="flat" cmpd="sng" algn="ctr">
            <a:solidFill>
              <a:srgbClr val="00B05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586278" name=""/>
          <p:cNvCxnSpPr/>
          <p:nvPr/>
        </p:nvCxnSpPr>
        <p:spPr bwMode="auto">
          <a:xfrm flipH="1" flipV="0">
            <a:off x="842276" y="4124120"/>
            <a:ext cx="830700" cy="526914"/>
          </a:xfrm>
          <a:prstGeom prst="line">
            <a:avLst/>
          </a:prstGeom>
          <a:ln w="57150" cap="flat" cmpd="sng" algn="ctr">
            <a:solidFill>
              <a:srgbClr val="00B05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123919" name=""/>
          <p:cNvCxnSpPr/>
          <p:nvPr/>
        </p:nvCxnSpPr>
        <p:spPr bwMode="auto">
          <a:xfrm flipH="0" flipV="0">
            <a:off x="842276" y="5343015"/>
            <a:ext cx="749637" cy="0"/>
          </a:xfrm>
          <a:prstGeom prst="line">
            <a:avLst/>
          </a:prstGeom>
          <a:ln w="57150" cap="flat" cmpd="sng" algn="ctr">
            <a:solidFill>
              <a:srgbClr val="00B05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2518120" name=""/>
          <p:cNvSpPr/>
          <p:nvPr/>
        </p:nvSpPr>
        <p:spPr bwMode="auto">
          <a:xfrm rot="0" flipH="0" flipV="0">
            <a:off x="2493236" y="3918362"/>
            <a:ext cx="2553509" cy="7346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77385347" name=""/>
          <p:cNvSpPr/>
          <p:nvPr/>
        </p:nvSpPr>
        <p:spPr bwMode="auto">
          <a:xfrm rot="0" flipH="0" flipV="0">
            <a:off x="2432032" y="3063647"/>
            <a:ext cx="2553509" cy="7346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63498664" name=""/>
          <p:cNvSpPr/>
          <p:nvPr/>
        </p:nvSpPr>
        <p:spPr bwMode="auto">
          <a:xfrm rot="0" flipH="0" flipV="0">
            <a:off x="2432032" y="2240213"/>
            <a:ext cx="2553509" cy="73464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41604931" name=""/>
          <p:cNvSpPr/>
          <p:nvPr/>
        </p:nvSpPr>
        <p:spPr bwMode="auto">
          <a:xfrm rot="0" flipH="0" flipV="0">
            <a:off x="5473944" y="3055786"/>
            <a:ext cx="1244109" cy="7362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699018" name=""/>
          <p:cNvSpPr/>
          <p:nvPr/>
        </p:nvSpPr>
        <p:spPr bwMode="auto">
          <a:xfrm rot="0" flipH="0" flipV="0">
            <a:off x="5473944" y="3944478"/>
            <a:ext cx="1244109" cy="7362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90651560" name=""/>
          <p:cNvSpPr/>
          <p:nvPr/>
        </p:nvSpPr>
        <p:spPr bwMode="auto">
          <a:xfrm rot="0" flipH="0" flipV="0">
            <a:off x="5473944" y="4927782"/>
            <a:ext cx="1244109" cy="7362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99045577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1">
            <a:off x="5645106" y="3506413"/>
            <a:ext cx="206602" cy="67892"/>
          </a:xfrm>
          <a:prstGeom prst="rect">
            <a:avLst/>
          </a:prstGeom>
        </p:spPr>
      </p:pic>
      <p:pic>
        <p:nvPicPr>
          <p:cNvPr id="1049421539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6255725" y="4387577"/>
            <a:ext cx="336809" cy="244562"/>
          </a:xfrm>
          <a:prstGeom prst="rect">
            <a:avLst/>
          </a:prstGeom>
        </p:spPr>
      </p:pic>
      <p:sp>
        <p:nvSpPr>
          <p:cNvPr id="582625578" name=""/>
          <p:cNvSpPr/>
          <p:nvPr/>
        </p:nvSpPr>
        <p:spPr bwMode="auto">
          <a:xfrm rot="0" flipH="0" flipV="0">
            <a:off x="9165069" y="3392022"/>
            <a:ext cx="1244109" cy="73629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4058890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9846822" y="3516778"/>
            <a:ext cx="366030" cy="252612"/>
          </a:xfrm>
          <a:prstGeom prst="rect">
            <a:avLst/>
          </a:prstGeom>
        </p:spPr>
      </p:pic>
      <p:pic>
        <p:nvPicPr>
          <p:cNvPr id="10870942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336231" y="3842650"/>
            <a:ext cx="206602" cy="143784"/>
          </a:xfrm>
          <a:prstGeom prst="rect">
            <a:avLst/>
          </a:prstGeom>
        </p:spPr>
      </p:pic>
      <p:pic>
        <p:nvPicPr>
          <p:cNvPr id="107278669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9946850" y="3818935"/>
            <a:ext cx="336808" cy="244561"/>
          </a:xfrm>
          <a:prstGeom prst="rect">
            <a:avLst/>
          </a:prstGeom>
        </p:spPr>
      </p:pic>
      <p:sp>
        <p:nvSpPr>
          <p:cNvPr id="10396436" name=""/>
          <p:cNvSpPr/>
          <p:nvPr/>
        </p:nvSpPr>
        <p:spPr bwMode="auto">
          <a:xfrm rot="956690" flipH="0" flipV="0">
            <a:off x="7042538" y="2632932"/>
            <a:ext cx="1601010" cy="28372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38666922" name=""/>
          <p:cNvSpPr/>
          <p:nvPr/>
        </p:nvSpPr>
        <p:spPr bwMode="auto">
          <a:xfrm rot="20374768" flipH="0" flipV="0">
            <a:off x="6973575" y="4902526"/>
            <a:ext cx="1601009" cy="28372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59295742" name=""/>
          <p:cNvSpPr/>
          <p:nvPr/>
        </p:nvSpPr>
        <p:spPr bwMode="auto">
          <a:xfrm rot="368698" flipH="0" flipV="0">
            <a:off x="7042538" y="3395685"/>
            <a:ext cx="1601009" cy="28372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29211945" name=""/>
          <p:cNvSpPr/>
          <p:nvPr/>
        </p:nvSpPr>
        <p:spPr bwMode="auto">
          <a:xfrm rot="20883039" flipH="0" flipV="0">
            <a:off x="6992554" y="4148379"/>
            <a:ext cx="1601008" cy="28372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28096060" name=""/>
          <p:cNvSpPr/>
          <p:nvPr/>
        </p:nvSpPr>
        <p:spPr bwMode="auto">
          <a:xfrm rot="0" flipH="0" flipV="0">
            <a:off x="71967" y="1145026"/>
            <a:ext cx="2330584" cy="5350212"/>
          </a:xfrm>
          <a:prstGeom prst="rect">
            <a:avLst/>
          </a:prstGeom>
          <a:solidFill>
            <a:schemeClr val="accent2">
              <a:alpha val="0"/>
            </a:schemeClr>
          </a:solidFill>
          <a:ln w="76199" cap="flat" cmpd="sng" algn="ctr">
            <a:solidFill>
              <a:srgbClr val="FF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8213226" name=""/>
          <p:cNvSpPr/>
          <p:nvPr/>
        </p:nvSpPr>
        <p:spPr bwMode="auto">
          <a:xfrm rot="0" flipH="0" flipV="0">
            <a:off x="274627" y="2273942"/>
            <a:ext cx="1783404" cy="7093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16222692" name=""/>
          <p:cNvSpPr/>
          <p:nvPr/>
        </p:nvSpPr>
        <p:spPr bwMode="auto">
          <a:xfrm rot="0" flipH="0" flipV="0">
            <a:off x="5026993" y="2026594"/>
            <a:ext cx="1783404" cy="7093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83029985" name=""/>
          <p:cNvSpPr/>
          <p:nvPr/>
        </p:nvSpPr>
        <p:spPr bwMode="auto">
          <a:xfrm rot="0" flipH="0" flipV="0">
            <a:off x="5026993" y="2888302"/>
            <a:ext cx="1783404" cy="7093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20942877" name=""/>
          <p:cNvSpPr/>
          <p:nvPr/>
        </p:nvSpPr>
        <p:spPr bwMode="auto">
          <a:xfrm rot="0" flipH="0" flipV="0">
            <a:off x="5026993" y="3769871"/>
            <a:ext cx="1783404" cy="7093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945795265" name=""/>
          <p:cNvSpPr/>
          <p:nvPr/>
        </p:nvSpPr>
        <p:spPr bwMode="auto">
          <a:xfrm rot="0" flipH="0" flipV="0">
            <a:off x="5026993" y="4590642"/>
            <a:ext cx="1783404" cy="7093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556204121" name=""/>
          <p:cNvCxnSpPr/>
          <p:nvPr/>
        </p:nvCxnSpPr>
        <p:spPr bwMode="auto">
          <a:xfrm flipH="0" flipV="1">
            <a:off x="5868030" y="2208988"/>
            <a:ext cx="607977" cy="268522"/>
          </a:xfrm>
          <a:prstGeom prst="line">
            <a:avLst/>
          </a:prstGeom>
          <a:ln w="57150" cap="flat" cmpd="sng" algn="ctr">
            <a:solidFill>
              <a:srgbClr val="00B05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970755" name=""/>
          <p:cNvCxnSpPr/>
          <p:nvPr/>
        </p:nvCxnSpPr>
        <p:spPr bwMode="auto">
          <a:xfrm flipH="1" flipV="1">
            <a:off x="5472844" y="3160476"/>
            <a:ext cx="243595" cy="268522"/>
          </a:xfrm>
          <a:prstGeom prst="line">
            <a:avLst/>
          </a:prstGeom>
          <a:ln w="57150" cap="flat" cmpd="sng" algn="ctr">
            <a:solidFill>
              <a:srgbClr val="00B05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631573" name=""/>
          <p:cNvCxnSpPr/>
          <p:nvPr/>
        </p:nvCxnSpPr>
        <p:spPr bwMode="auto">
          <a:xfrm flipH="1" flipV="0">
            <a:off x="5594642" y="3860663"/>
            <a:ext cx="830700" cy="526914"/>
          </a:xfrm>
          <a:prstGeom prst="line">
            <a:avLst/>
          </a:prstGeom>
          <a:ln w="57150" cap="flat" cmpd="sng" algn="ctr">
            <a:solidFill>
              <a:srgbClr val="00B05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772917" name=""/>
          <p:cNvCxnSpPr/>
          <p:nvPr/>
        </p:nvCxnSpPr>
        <p:spPr bwMode="auto">
          <a:xfrm flipH="0" flipV="0">
            <a:off x="5594642" y="5079558"/>
            <a:ext cx="749637" cy="0"/>
          </a:xfrm>
          <a:prstGeom prst="line">
            <a:avLst/>
          </a:prstGeom>
          <a:ln w="57150" cap="flat" cmpd="sng" algn="ctr">
            <a:solidFill>
              <a:srgbClr val="00B050"/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8096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523968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796418" y="3429000"/>
            <a:ext cx="6435478" cy="2270048"/>
          </a:xfrm>
          <a:prstGeom prst="rect">
            <a:avLst/>
          </a:prstGeom>
        </p:spPr>
      </p:pic>
      <p:pic>
        <p:nvPicPr>
          <p:cNvPr id="57181983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215957" y="1245216"/>
            <a:ext cx="10021985" cy="1667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018378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50786133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523111" y="796350"/>
            <a:ext cx="6212143" cy="5086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3977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8680661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523110" y="796350"/>
            <a:ext cx="6212143" cy="50867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3233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947136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64398080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28750" y="839517"/>
            <a:ext cx="8463955" cy="2180109"/>
          </a:xfrm>
          <a:prstGeom prst="rect">
            <a:avLst/>
          </a:prstGeom>
        </p:spPr>
      </p:pic>
      <p:pic>
        <p:nvPicPr>
          <p:cNvPr id="735104187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246356" y="3922881"/>
            <a:ext cx="9332958" cy="14881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750075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68119" y="1133124"/>
            <a:ext cx="1337276" cy="922908"/>
          </a:xfrm>
          <a:prstGeom prst="rect">
            <a:avLst/>
          </a:prstGeom>
        </p:spPr>
      </p:pic>
      <p:pic>
        <p:nvPicPr>
          <p:cNvPr id="20619937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195452" y="1192960"/>
            <a:ext cx="1154164" cy="803235"/>
          </a:xfrm>
          <a:prstGeom prst="rect">
            <a:avLst/>
          </a:prstGeom>
        </p:spPr>
      </p:pic>
      <p:pic>
        <p:nvPicPr>
          <p:cNvPr id="66687038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746940" y="5745269"/>
            <a:ext cx="726019" cy="527173"/>
          </a:xfrm>
          <a:prstGeom prst="rect">
            <a:avLst/>
          </a:prstGeom>
        </p:spPr>
      </p:pic>
      <p:sp>
        <p:nvSpPr>
          <p:cNvPr id="752859167" name=""/>
          <p:cNvSpPr txBox="1"/>
          <p:nvPr/>
        </p:nvSpPr>
        <p:spPr bwMode="auto">
          <a:xfrm rot="0" flipH="0" flipV="0">
            <a:off x="1263355" y="1411518"/>
            <a:ext cx="2305876" cy="366119"/>
          </a:xfrm>
          <a:prstGeom prst="rect">
            <a:avLst/>
          </a:prstGeom>
          <a:noFill/>
          <a:ln w="1904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prstTxWarp prst="textPlain">
              <a:avLst>
                <a:gd name="adj" fmla="val 50000"/>
              </a:avLst>
            </a:prstTxWarp>
            <a:spAutoFit/>
          </a:bodyPr>
          <a:p>
            <a:pPr>
              <a:defRPr/>
            </a:pPr>
            <a:r>
              <a:rPr lang="ro-RO"/>
              <a:t>K(                        )</a:t>
            </a:r>
            <a:endParaRPr/>
          </a:p>
        </p:txBody>
      </p:sp>
      <p:sp>
        <p:nvSpPr>
          <p:cNvPr id="987948375" name=""/>
          <p:cNvSpPr txBox="1"/>
          <p:nvPr/>
        </p:nvSpPr>
        <p:spPr bwMode="auto">
          <a:xfrm rot="0" flipH="0" flipV="0">
            <a:off x="6619416" y="1482854"/>
            <a:ext cx="2306235" cy="366119"/>
          </a:xfrm>
          <a:prstGeom prst="rect">
            <a:avLst/>
          </a:prstGeom>
          <a:noFill/>
          <a:ln w="1904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prstTxWarp prst="textPlain">
              <a:avLst>
                <a:gd name="adj" fmla="val 50000"/>
              </a:avLst>
            </a:prstTxWarp>
            <a:spAutoFit/>
          </a:bodyPr>
          <a:p>
            <a:pPr>
              <a:defRPr/>
            </a:pPr>
            <a:r>
              <a:rPr lang="ro-RO"/>
              <a:t>K(                        )</a:t>
            </a:r>
            <a:endParaRPr/>
          </a:p>
        </p:txBody>
      </p:sp>
      <p:sp>
        <p:nvSpPr>
          <p:cNvPr id="1961341943" name=""/>
          <p:cNvSpPr txBox="1"/>
          <p:nvPr/>
        </p:nvSpPr>
        <p:spPr bwMode="auto">
          <a:xfrm rot="0" flipH="0" flipV="0">
            <a:off x="2986367" y="5825796"/>
            <a:ext cx="2112277" cy="366119"/>
          </a:xfrm>
          <a:prstGeom prst="rect">
            <a:avLst/>
          </a:prstGeom>
          <a:noFill/>
          <a:ln w="1904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prstTxWarp prst="textPlain">
              <a:avLst>
                <a:gd name="adj" fmla="val 50000"/>
              </a:avLst>
            </a:prstTxWarp>
            <a:spAutoFit/>
          </a:bodyPr>
          <a:p>
            <a:pPr>
              <a:defRPr/>
            </a:pPr>
            <a:r>
              <a:rPr lang="ro-RO"/>
              <a:t>K(                        )</a:t>
            </a:r>
            <a:endParaRPr/>
          </a:p>
        </p:txBody>
      </p:sp>
      <p:sp>
        <p:nvSpPr>
          <p:cNvPr id="77919678" name=""/>
          <p:cNvSpPr/>
          <p:nvPr/>
        </p:nvSpPr>
        <p:spPr bwMode="auto">
          <a:xfrm rot="0" flipH="0" flipV="0">
            <a:off x="2880190" y="2770356"/>
            <a:ext cx="1162316" cy="7356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o-RO"/>
              <a:t>Q(s1)</a:t>
            </a:r>
            <a:endParaRPr/>
          </a:p>
        </p:txBody>
      </p:sp>
      <p:sp>
        <p:nvSpPr>
          <p:cNvPr id="1665096526" name=""/>
          <p:cNvSpPr/>
          <p:nvPr/>
        </p:nvSpPr>
        <p:spPr bwMode="auto">
          <a:xfrm rot="0" flipH="0" flipV="0">
            <a:off x="5614707" y="3764401"/>
            <a:ext cx="820771" cy="861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o-RO"/>
              <a:t>Q(s2)</a:t>
            </a:r>
            <a:endParaRPr/>
          </a:p>
        </p:txBody>
      </p:sp>
      <p:sp>
        <p:nvSpPr>
          <p:cNvPr id="1896451629" name=""/>
          <p:cNvSpPr/>
          <p:nvPr/>
        </p:nvSpPr>
        <p:spPr bwMode="auto">
          <a:xfrm rot="0" flipH="0" flipV="0">
            <a:off x="6095999" y="5364745"/>
            <a:ext cx="1606100" cy="978498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o-RO"/>
              <a:t>Q(s3)</a:t>
            </a:r>
            <a:endParaRPr/>
          </a:p>
        </p:txBody>
      </p:sp>
      <p:sp>
        <p:nvSpPr>
          <p:cNvPr id="1029688643" name=""/>
          <p:cNvSpPr txBox="1"/>
          <p:nvPr/>
        </p:nvSpPr>
        <p:spPr bwMode="auto">
          <a:xfrm rot="0" flipH="0" flipV="0">
            <a:off x="1415755" y="1563917"/>
            <a:ext cx="2306235" cy="366119"/>
          </a:xfrm>
          <a:prstGeom prst="rect">
            <a:avLst/>
          </a:prstGeom>
          <a:noFill/>
          <a:ln w="1904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prstTxWarp prst="textPlain">
              <a:avLst>
                <a:gd name="adj" fmla="val 50000"/>
              </a:avLst>
            </a:prstTxWarp>
            <a:spAutoFit/>
          </a:bodyPr>
          <a:p>
            <a:pPr>
              <a:defRPr/>
            </a:pPr>
            <a:r>
              <a:rPr lang="ro-RO"/>
              <a:t>K(                        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2952943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68118" y="1133123"/>
            <a:ext cx="1337275" cy="922908"/>
          </a:xfrm>
          <a:prstGeom prst="rect">
            <a:avLst/>
          </a:prstGeom>
        </p:spPr>
      </p:pic>
      <p:pic>
        <p:nvPicPr>
          <p:cNvPr id="63953918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195452" y="1192959"/>
            <a:ext cx="1154163" cy="803235"/>
          </a:xfrm>
          <a:prstGeom prst="rect">
            <a:avLst/>
          </a:prstGeom>
        </p:spPr>
      </p:pic>
      <p:pic>
        <p:nvPicPr>
          <p:cNvPr id="125626129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746939" y="5745268"/>
            <a:ext cx="726018" cy="527172"/>
          </a:xfrm>
          <a:prstGeom prst="rect">
            <a:avLst/>
          </a:prstGeom>
        </p:spPr>
      </p:pic>
      <p:sp>
        <p:nvSpPr>
          <p:cNvPr id="1194157706" name=""/>
          <p:cNvSpPr txBox="1"/>
          <p:nvPr/>
        </p:nvSpPr>
        <p:spPr bwMode="auto">
          <a:xfrm rot="0" flipH="0" flipV="0">
            <a:off x="1263355" y="1411517"/>
            <a:ext cx="2305875" cy="366118"/>
          </a:xfrm>
          <a:prstGeom prst="rect">
            <a:avLst/>
          </a:prstGeom>
          <a:noFill/>
          <a:ln w="1904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prstTxWarp prst="textPlain">
              <a:avLst>
                <a:gd name="adj" fmla="val 50000"/>
              </a:avLst>
            </a:prstTxWarp>
            <a:spAutoFit/>
          </a:bodyPr>
          <a:p>
            <a:pPr>
              <a:defRPr/>
            </a:pPr>
            <a:r>
              <a:rPr lang="ro-RO"/>
              <a:t>K(                        )</a:t>
            </a:r>
            <a:endParaRPr/>
          </a:p>
        </p:txBody>
      </p:sp>
      <p:sp>
        <p:nvSpPr>
          <p:cNvPr id="1556222029" name=""/>
          <p:cNvSpPr txBox="1"/>
          <p:nvPr/>
        </p:nvSpPr>
        <p:spPr bwMode="auto">
          <a:xfrm rot="0" flipH="0" flipV="0">
            <a:off x="6619416" y="1482853"/>
            <a:ext cx="2306235" cy="366118"/>
          </a:xfrm>
          <a:prstGeom prst="rect">
            <a:avLst/>
          </a:prstGeom>
          <a:noFill/>
          <a:ln w="1904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prstTxWarp prst="textPlain">
              <a:avLst>
                <a:gd name="adj" fmla="val 50000"/>
              </a:avLst>
            </a:prstTxWarp>
            <a:spAutoFit/>
          </a:bodyPr>
          <a:p>
            <a:pPr>
              <a:defRPr/>
            </a:pPr>
            <a:r>
              <a:rPr lang="ro-RO"/>
              <a:t>K(                        )</a:t>
            </a:r>
            <a:endParaRPr/>
          </a:p>
        </p:txBody>
      </p:sp>
      <p:sp>
        <p:nvSpPr>
          <p:cNvPr id="424274013" name=""/>
          <p:cNvSpPr txBox="1"/>
          <p:nvPr/>
        </p:nvSpPr>
        <p:spPr bwMode="auto">
          <a:xfrm rot="0" flipH="0" flipV="0">
            <a:off x="2986367" y="5825795"/>
            <a:ext cx="2112276" cy="366118"/>
          </a:xfrm>
          <a:prstGeom prst="rect">
            <a:avLst/>
          </a:prstGeom>
          <a:noFill/>
          <a:ln w="1904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prstTxWarp prst="textPlain">
              <a:avLst>
                <a:gd name="adj" fmla="val 50000"/>
              </a:avLst>
            </a:prstTxWarp>
            <a:spAutoFit/>
          </a:bodyPr>
          <a:p>
            <a:pPr>
              <a:defRPr/>
            </a:pPr>
            <a:r>
              <a:rPr lang="ro-RO"/>
              <a:t>K(                        )</a:t>
            </a:r>
            <a:endParaRPr/>
          </a:p>
        </p:txBody>
      </p:sp>
      <p:sp>
        <p:nvSpPr>
          <p:cNvPr id="1175603473" name=""/>
          <p:cNvSpPr/>
          <p:nvPr/>
        </p:nvSpPr>
        <p:spPr bwMode="auto">
          <a:xfrm rot="0" flipH="0" flipV="0">
            <a:off x="2636998" y="2300420"/>
            <a:ext cx="1162315" cy="7356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o-RO"/>
              <a:t>Q(s1)</a:t>
            </a:r>
            <a:endParaRPr/>
          </a:p>
        </p:txBody>
      </p:sp>
      <p:sp>
        <p:nvSpPr>
          <p:cNvPr id="2008529520" name=""/>
          <p:cNvSpPr/>
          <p:nvPr/>
        </p:nvSpPr>
        <p:spPr bwMode="auto">
          <a:xfrm rot="0" flipH="0" flipV="0">
            <a:off x="5614706" y="3764400"/>
            <a:ext cx="820770" cy="861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o-RO"/>
              <a:t>Q(s2)</a:t>
            </a:r>
            <a:endParaRPr/>
          </a:p>
        </p:txBody>
      </p:sp>
      <p:sp>
        <p:nvSpPr>
          <p:cNvPr id="1064980911" name=""/>
          <p:cNvSpPr/>
          <p:nvPr/>
        </p:nvSpPr>
        <p:spPr bwMode="auto">
          <a:xfrm rot="0" flipH="0" flipV="0">
            <a:off x="5417090" y="5364744"/>
            <a:ext cx="1606100" cy="978498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o-RO"/>
              <a:t>Q(s3)</a:t>
            </a:r>
            <a:endParaRPr/>
          </a:p>
        </p:txBody>
      </p:sp>
      <p:sp>
        <p:nvSpPr>
          <p:cNvPr id="1926207260" name=""/>
          <p:cNvSpPr/>
          <p:nvPr/>
        </p:nvSpPr>
        <p:spPr bwMode="auto">
          <a:xfrm rot="0" flipH="0" flipV="0">
            <a:off x="4667249" y="5634064"/>
            <a:ext cx="749840" cy="638377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993103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68118" y="1133123"/>
            <a:ext cx="1337275" cy="922908"/>
          </a:xfrm>
          <a:prstGeom prst="rect">
            <a:avLst/>
          </a:prstGeom>
        </p:spPr>
      </p:pic>
      <p:pic>
        <p:nvPicPr>
          <p:cNvPr id="150777799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195452" y="1192959"/>
            <a:ext cx="1154163" cy="803235"/>
          </a:xfrm>
          <a:prstGeom prst="rect">
            <a:avLst/>
          </a:prstGeom>
        </p:spPr>
      </p:pic>
      <p:pic>
        <p:nvPicPr>
          <p:cNvPr id="106667538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746939" y="5745268"/>
            <a:ext cx="726018" cy="527172"/>
          </a:xfrm>
          <a:prstGeom prst="rect">
            <a:avLst/>
          </a:prstGeom>
        </p:spPr>
      </p:pic>
      <p:sp>
        <p:nvSpPr>
          <p:cNvPr id="491845698" name=""/>
          <p:cNvSpPr txBox="1"/>
          <p:nvPr/>
        </p:nvSpPr>
        <p:spPr bwMode="auto">
          <a:xfrm rot="0" flipH="0" flipV="0">
            <a:off x="1263355" y="1411517"/>
            <a:ext cx="2305875" cy="366118"/>
          </a:xfrm>
          <a:prstGeom prst="rect">
            <a:avLst/>
          </a:prstGeom>
          <a:noFill/>
          <a:ln w="1904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prstTxWarp prst="textPlain">
              <a:avLst>
                <a:gd name="adj" fmla="val 50000"/>
              </a:avLst>
            </a:prstTxWarp>
            <a:spAutoFit/>
          </a:bodyPr>
          <a:p>
            <a:pPr>
              <a:defRPr/>
            </a:pPr>
            <a:r>
              <a:rPr lang="ro-RO"/>
              <a:t>K(                        )</a:t>
            </a:r>
            <a:endParaRPr/>
          </a:p>
        </p:txBody>
      </p:sp>
      <p:sp>
        <p:nvSpPr>
          <p:cNvPr id="974521549" name=""/>
          <p:cNvSpPr txBox="1"/>
          <p:nvPr/>
        </p:nvSpPr>
        <p:spPr bwMode="auto">
          <a:xfrm rot="0" flipH="0" flipV="0">
            <a:off x="6619416" y="1482853"/>
            <a:ext cx="2306235" cy="366118"/>
          </a:xfrm>
          <a:prstGeom prst="rect">
            <a:avLst/>
          </a:prstGeom>
          <a:noFill/>
          <a:ln w="1904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prstTxWarp prst="textPlain">
              <a:avLst>
                <a:gd name="adj" fmla="val 50000"/>
              </a:avLst>
            </a:prstTxWarp>
            <a:spAutoFit/>
          </a:bodyPr>
          <a:p>
            <a:pPr>
              <a:defRPr/>
            </a:pPr>
            <a:r>
              <a:rPr lang="ro-RO"/>
              <a:t>K(                        )</a:t>
            </a:r>
            <a:endParaRPr/>
          </a:p>
        </p:txBody>
      </p:sp>
      <p:sp>
        <p:nvSpPr>
          <p:cNvPr id="638276249" name=""/>
          <p:cNvSpPr txBox="1"/>
          <p:nvPr/>
        </p:nvSpPr>
        <p:spPr bwMode="auto">
          <a:xfrm rot="0" flipH="0" flipV="0">
            <a:off x="2986367" y="5825795"/>
            <a:ext cx="2112276" cy="366118"/>
          </a:xfrm>
          <a:prstGeom prst="rect">
            <a:avLst/>
          </a:prstGeom>
          <a:noFill/>
          <a:ln w="1904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prstTxWarp prst="textPlain">
              <a:avLst>
                <a:gd name="adj" fmla="val 50000"/>
              </a:avLst>
            </a:prstTxWarp>
            <a:spAutoFit/>
          </a:bodyPr>
          <a:p>
            <a:pPr>
              <a:defRPr/>
            </a:pPr>
            <a:r>
              <a:rPr lang="ro-RO"/>
              <a:t>K(                        )</a:t>
            </a:r>
            <a:endParaRPr/>
          </a:p>
        </p:txBody>
      </p:sp>
      <p:sp>
        <p:nvSpPr>
          <p:cNvPr id="1304799292" name=""/>
          <p:cNvSpPr/>
          <p:nvPr/>
        </p:nvSpPr>
        <p:spPr bwMode="auto">
          <a:xfrm rot="0" flipH="0" flipV="0">
            <a:off x="2880189" y="2770355"/>
            <a:ext cx="1162315" cy="7356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o-RO"/>
              <a:t>Q(s1)</a:t>
            </a:r>
            <a:endParaRPr/>
          </a:p>
        </p:txBody>
      </p:sp>
      <p:sp>
        <p:nvSpPr>
          <p:cNvPr id="965496301" name=""/>
          <p:cNvSpPr/>
          <p:nvPr/>
        </p:nvSpPr>
        <p:spPr bwMode="auto">
          <a:xfrm rot="0" flipH="0" flipV="0">
            <a:off x="5614706" y="3764400"/>
            <a:ext cx="820770" cy="861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o-RO"/>
              <a:t>Q(s2)</a:t>
            </a:r>
            <a:endParaRPr/>
          </a:p>
        </p:txBody>
      </p:sp>
      <p:sp>
        <p:nvSpPr>
          <p:cNvPr id="1755130695" name=""/>
          <p:cNvSpPr/>
          <p:nvPr/>
        </p:nvSpPr>
        <p:spPr bwMode="auto">
          <a:xfrm rot="0" flipH="0" flipV="0">
            <a:off x="5417089" y="5364744"/>
            <a:ext cx="1606100" cy="978498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o-RO"/>
              <a:t>Q(s3)</a:t>
            </a:r>
            <a:endParaRPr/>
          </a:p>
        </p:txBody>
      </p:sp>
      <p:sp>
        <p:nvSpPr>
          <p:cNvPr id="36270297" name=""/>
          <p:cNvSpPr/>
          <p:nvPr/>
        </p:nvSpPr>
        <p:spPr bwMode="auto">
          <a:xfrm rot="0" flipH="0" flipV="0">
            <a:off x="4667249" y="5634063"/>
            <a:ext cx="749839" cy="638376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40741216" name=""/>
          <p:cNvSpPr/>
          <p:nvPr/>
        </p:nvSpPr>
        <p:spPr bwMode="auto">
          <a:xfrm rot="4266862" flipH="0" flipV="0">
            <a:off x="3613433" y="4625703"/>
            <a:ext cx="496515" cy="253324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21683506" name=""/>
          <p:cNvSpPr/>
          <p:nvPr/>
        </p:nvSpPr>
        <p:spPr bwMode="auto">
          <a:xfrm rot="6888316" flipH="0" flipV="0">
            <a:off x="4773670" y="4934760"/>
            <a:ext cx="455983" cy="212792"/>
          </a:xfrm>
          <a:prstGeom prst="lef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899670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68118" y="1133123"/>
            <a:ext cx="1337275" cy="922908"/>
          </a:xfrm>
          <a:prstGeom prst="rect">
            <a:avLst/>
          </a:prstGeom>
        </p:spPr>
      </p:pic>
      <p:pic>
        <p:nvPicPr>
          <p:cNvPr id="168250736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195452" y="1192959"/>
            <a:ext cx="1154163" cy="803235"/>
          </a:xfrm>
          <a:prstGeom prst="rect">
            <a:avLst/>
          </a:prstGeom>
        </p:spPr>
      </p:pic>
      <p:pic>
        <p:nvPicPr>
          <p:cNvPr id="1637869741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746939" y="5745268"/>
            <a:ext cx="726018" cy="527172"/>
          </a:xfrm>
          <a:prstGeom prst="rect">
            <a:avLst/>
          </a:prstGeom>
        </p:spPr>
      </p:pic>
      <p:sp>
        <p:nvSpPr>
          <p:cNvPr id="1923891476" name=""/>
          <p:cNvSpPr txBox="1"/>
          <p:nvPr/>
        </p:nvSpPr>
        <p:spPr bwMode="auto">
          <a:xfrm rot="0" flipH="0" flipV="0">
            <a:off x="1263355" y="1411517"/>
            <a:ext cx="2305875" cy="366118"/>
          </a:xfrm>
          <a:prstGeom prst="rect">
            <a:avLst/>
          </a:prstGeom>
          <a:noFill/>
          <a:ln w="1904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prstTxWarp prst="textPlain">
              <a:avLst>
                <a:gd name="adj" fmla="val 50000"/>
              </a:avLst>
            </a:prstTxWarp>
            <a:spAutoFit/>
          </a:bodyPr>
          <a:p>
            <a:pPr>
              <a:defRPr/>
            </a:pPr>
            <a:r>
              <a:rPr lang="ro-RO"/>
              <a:t>K(                        )</a:t>
            </a:r>
            <a:endParaRPr/>
          </a:p>
        </p:txBody>
      </p:sp>
      <p:sp>
        <p:nvSpPr>
          <p:cNvPr id="1942060659" name=""/>
          <p:cNvSpPr txBox="1"/>
          <p:nvPr/>
        </p:nvSpPr>
        <p:spPr bwMode="auto">
          <a:xfrm rot="0" flipH="0" flipV="0">
            <a:off x="6619416" y="1482853"/>
            <a:ext cx="2306235" cy="366118"/>
          </a:xfrm>
          <a:prstGeom prst="rect">
            <a:avLst/>
          </a:prstGeom>
          <a:noFill/>
          <a:ln w="1904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prstTxWarp prst="textPlain">
              <a:avLst>
                <a:gd name="adj" fmla="val 50000"/>
              </a:avLst>
            </a:prstTxWarp>
            <a:spAutoFit/>
          </a:bodyPr>
          <a:p>
            <a:pPr>
              <a:defRPr/>
            </a:pPr>
            <a:r>
              <a:rPr lang="ro-RO"/>
              <a:t>K(                        )</a:t>
            </a:r>
            <a:endParaRPr/>
          </a:p>
        </p:txBody>
      </p:sp>
      <p:sp>
        <p:nvSpPr>
          <p:cNvPr id="1150131227" name=""/>
          <p:cNvSpPr txBox="1"/>
          <p:nvPr/>
        </p:nvSpPr>
        <p:spPr bwMode="auto">
          <a:xfrm rot="0" flipH="0" flipV="0">
            <a:off x="2986367" y="5825795"/>
            <a:ext cx="2112276" cy="366118"/>
          </a:xfrm>
          <a:prstGeom prst="rect">
            <a:avLst/>
          </a:prstGeom>
          <a:noFill/>
          <a:ln w="1904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prstTxWarp prst="textPlain">
              <a:avLst>
                <a:gd name="adj" fmla="val 50000"/>
              </a:avLst>
            </a:prstTxWarp>
            <a:spAutoFit/>
          </a:bodyPr>
          <a:p>
            <a:pPr>
              <a:defRPr/>
            </a:pPr>
            <a:r>
              <a:rPr lang="ro-RO"/>
              <a:t>K(                        )</a:t>
            </a:r>
            <a:endParaRPr/>
          </a:p>
        </p:txBody>
      </p:sp>
      <p:sp>
        <p:nvSpPr>
          <p:cNvPr id="220442649" name=""/>
          <p:cNvSpPr/>
          <p:nvPr/>
        </p:nvSpPr>
        <p:spPr bwMode="auto">
          <a:xfrm rot="0" flipH="0" flipV="0">
            <a:off x="2405208" y="2354903"/>
            <a:ext cx="1162315" cy="7356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o-RO"/>
              <a:t>Q(s1)</a:t>
            </a:r>
            <a:endParaRPr/>
          </a:p>
        </p:txBody>
      </p:sp>
      <p:sp>
        <p:nvSpPr>
          <p:cNvPr id="1544893454" name=""/>
          <p:cNvSpPr/>
          <p:nvPr/>
        </p:nvSpPr>
        <p:spPr bwMode="auto">
          <a:xfrm rot="0" flipH="0" flipV="0">
            <a:off x="7029801" y="2776435"/>
            <a:ext cx="820770" cy="861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o-RO"/>
              <a:t>Q(s2)</a:t>
            </a:r>
            <a:endParaRPr/>
          </a:p>
        </p:txBody>
      </p:sp>
      <p:sp>
        <p:nvSpPr>
          <p:cNvPr id="1810915345" name=""/>
          <p:cNvSpPr/>
          <p:nvPr/>
        </p:nvSpPr>
        <p:spPr bwMode="auto">
          <a:xfrm rot="0" flipH="0" flipV="0">
            <a:off x="4614039" y="5519606"/>
            <a:ext cx="1606100" cy="978498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o-RO"/>
              <a:t>Q(s3)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385813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768118" y="1133123"/>
            <a:ext cx="1337275" cy="922908"/>
          </a:xfrm>
          <a:prstGeom prst="rect">
            <a:avLst/>
          </a:prstGeom>
        </p:spPr>
      </p:pic>
      <p:pic>
        <p:nvPicPr>
          <p:cNvPr id="158875198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195452" y="1192959"/>
            <a:ext cx="1154163" cy="803235"/>
          </a:xfrm>
          <a:prstGeom prst="rect">
            <a:avLst/>
          </a:prstGeom>
        </p:spPr>
      </p:pic>
      <p:pic>
        <p:nvPicPr>
          <p:cNvPr id="74643872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746939" y="5745268"/>
            <a:ext cx="726018" cy="527172"/>
          </a:xfrm>
          <a:prstGeom prst="rect">
            <a:avLst/>
          </a:prstGeom>
        </p:spPr>
      </p:pic>
      <p:sp>
        <p:nvSpPr>
          <p:cNvPr id="108467554" name=""/>
          <p:cNvSpPr txBox="1"/>
          <p:nvPr/>
        </p:nvSpPr>
        <p:spPr bwMode="auto">
          <a:xfrm rot="0" flipH="0" flipV="0">
            <a:off x="1263355" y="1411517"/>
            <a:ext cx="2305875" cy="366118"/>
          </a:xfrm>
          <a:prstGeom prst="rect">
            <a:avLst/>
          </a:prstGeom>
          <a:noFill/>
          <a:ln w="1904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prstTxWarp prst="textPlain">
              <a:avLst>
                <a:gd name="adj" fmla="val 50000"/>
              </a:avLst>
            </a:prstTxWarp>
            <a:spAutoFit/>
          </a:bodyPr>
          <a:p>
            <a:pPr>
              <a:defRPr/>
            </a:pPr>
            <a:r>
              <a:rPr lang="ro-RO"/>
              <a:t>K(                        )</a:t>
            </a:r>
            <a:endParaRPr/>
          </a:p>
        </p:txBody>
      </p:sp>
      <p:sp>
        <p:nvSpPr>
          <p:cNvPr id="1748621500" name=""/>
          <p:cNvSpPr txBox="1"/>
          <p:nvPr/>
        </p:nvSpPr>
        <p:spPr bwMode="auto">
          <a:xfrm rot="0" flipH="0" flipV="0">
            <a:off x="6619416" y="1482853"/>
            <a:ext cx="2306235" cy="366118"/>
          </a:xfrm>
          <a:prstGeom prst="rect">
            <a:avLst/>
          </a:prstGeom>
          <a:noFill/>
          <a:ln w="1904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prstTxWarp prst="textPlain">
              <a:avLst>
                <a:gd name="adj" fmla="val 50000"/>
              </a:avLst>
            </a:prstTxWarp>
            <a:spAutoFit/>
          </a:bodyPr>
          <a:p>
            <a:pPr>
              <a:defRPr/>
            </a:pPr>
            <a:r>
              <a:rPr lang="ro-RO"/>
              <a:t>K(                        )</a:t>
            </a:r>
            <a:endParaRPr/>
          </a:p>
        </p:txBody>
      </p:sp>
      <p:sp>
        <p:nvSpPr>
          <p:cNvPr id="1856940080" name=""/>
          <p:cNvSpPr txBox="1"/>
          <p:nvPr/>
        </p:nvSpPr>
        <p:spPr bwMode="auto">
          <a:xfrm rot="0" flipH="0" flipV="0">
            <a:off x="2986367" y="5825795"/>
            <a:ext cx="2112276" cy="366118"/>
          </a:xfrm>
          <a:prstGeom prst="rect">
            <a:avLst/>
          </a:prstGeom>
          <a:noFill/>
          <a:ln w="19049">
            <a:noFill/>
            <a:prstDash val="solid"/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prstTxWarp prst="textPlain">
              <a:avLst>
                <a:gd name="adj" fmla="val 50000"/>
              </a:avLst>
            </a:prstTxWarp>
            <a:spAutoFit/>
          </a:bodyPr>
          <a:p>
            <a:pPr>
              <a:defRPr/>
            </a:pPr>
            <a:r>
              <a:rPr lang="ro-RO"/>
              <a:t>K(                        )</a:t>
            </a:r>
            <a:endParaRPr/>
          </a:p>
        </p:txBody>
      </p:sp>
      <p:sp>
        <p:nvSpPr>
          <p:cNvPr id="446689142" name=""/>
          <p:cNvSpPr/>
          <p:nvPr/>
        </p:nvSpPr>
        <p:spPr bwMode="auto">
          <a:xfrm rot="0" flipH="0" flipV="0">
            <a:off x="2080953" y="1226750"/>
            <a:ext cx="1162315" cy="7356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o-RO"/>
              <a:t>Q(s1)</a:t>
            </a:r>
            <a:endParaRPr/>
          </a:p>
        </p:txBody>
      </p:sp>
      <p:sp>
        <p:nvSpPr>
          <p:cNvPr id="1315822373" name=""/>
          <p:cNvSpPr/>
          <p:nvPr/>
        </p:nvSpPr>
        <p:spPr bwMode="auto">
          <a:xfrm rot="0" flipH="0" flipV="0">
            <a:off x="7528844" y="1235261"/>
            <a:ext cx="820770" cy="8613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o-RO"/>
              <a:t>Q(s2)</a:t>
            </a:r>
            <a:endParaRPr/>
          </a:p>
        </p:txBody>
      </p:sp>
      <p:sp>
        <p:nvSpPr>
          <p:cNvPr id="124702900" name=""/>
          <p:cNvSpPr/>
          <p:nvPr/>
        </p:nvSpPr>
        <p:spPr bwMode="auto">
          <a:xfrm rot="0" flipH="0" flipV="0">
            <a:off x="3418347" y="5438541"/>
            <a:ext cx="1606100" cy="978498"/>
          </a:xfrm>
          <a:prstGeom prst="triangle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o-RO"/>
              <a:t>Q(s3)</a:t>
            </a:r>
            <a:endParaRPr/>
          </a:p>
        </p:txBody>
      </p:sp>
      <p:pic>
        <p:nvPicPr>
          <p:cNvPr id="1664050479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1263355" y="3354015"/>
            <a:ext cx="8286750" cy="447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050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9244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465391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202186344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62632" y="1935398"/>
            <a:ext cx="10077449" cy="3295649"/>
          </a:xfrm>
          <a:prstGeom prst="rect">
            <a:avLst/>
          </a:prstGeom>
        </p:spPr>
      </p:pic>
      <p:pic>
        <p:nvPicPr>
          <p:cNvPr id="58087973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962632" y="1327420"/>
            <a:ext cx="8286750" cy="4476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5303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0647861" name="Content Placeholder 2"/>
          <p:cNvSpPr>
            <a:spLocks noGrp="1"/>
          </p:cNvSpPr>
          <p:nvPr>
            <p:ph idx="1"/>
          </p:nvPr>
        </p:nvSpPr>
        <p:spPr bwMode="auto">
          <a:xfrm>
            <a:off x="5772960" y="2646396"/>
            <a:ext cx="10515600" cy="4351338"/>
          </a:xfrm>
        </p:spPr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ro-RO" sz="9600"/>
              <a:t>?</a:t>
            </a:r>
            <a:endParaRPr sz="9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0135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818737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 b="1"/>
          </a:p>
        </p:txBody>
      </p:sp>
      <p:pic>
        <p:nvPicPr>
          <p:cNvPr id="101573732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182393" y="0"/>
            <a:ext cx="14192249" cy="70961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02239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927954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23168068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6382" y="678909"/>
            <a:ext cx="11630024" cy="5105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552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8254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https://github.com/mateuszbuda/brain-segmentation-pytorch/tree/master</a:t>
            </a:r>
            <a:endParaRPr/>
          </a:p>
        </p:txBody>
      </p:sp>
      <p:pic>
        <p:nvPicPr>
          <p:cNvPr id="31529708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82898" y="114299"/>
            <a:ext cx="10477499" cy="6629400"/>
          </a:xfrm>
          <a:prstGeom prst="rect">
            <a:avLst/>
          </a:prstGeom>
        </p:spPr>
      </p:pic>
      <p:sp>
        <p:nvSpPr>
          <p:cNvPr id="1448068367" name=""/>
          <p:cNvSpPr txBox="1"/>
          <p:nvPr/>
        </p:nvSpPr>
        <p:spPr bwMode="auto">
          <a:xfrm rot="16199969" flipH="0" flipV="0">
            <a:off x="-2307965" y="3220422"/>
            <a:ext cx="5519791" cy="640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https://github.com/mateuszbuda/brain-segmentation-pytorch/tree/master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23308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10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2210229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84228" y="0"/>
            <a:ext cx="10687050" cy="92583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75537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922348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553772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23924" y="1825624"/>
            <a:ext cx="10344149" cy="3962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173381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147662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33752144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084228" y="-70930"/>
            <a:ext cx="10687050" cy="9258300"/>
          </a:xfrm>
          <a:prstGeom prst="rect">
            <a:avLst/>
          </a:prstGeom>
        </p:spPr>
      </p:pic>
      <p:sp>
        <p:nvSpPr>
          <p:cNvPr id="1343853299" name=""/>
          <p:cNvSpPr/>
          <p:nvPr/>
        </p:nvSpPr>
        <p:spPr bwMode="auto">
          <a:xfrm rot="7996749" flipH="0" flipV="0">
            <a:off x="8060270" y="2288028"/>
            <a:ext cx="2290052" cy="2360984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07850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74744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9714904" name=""/>
          <p:cNvSpPr txBox="1"/>
          <p:nvPr/>
        </p:nvSpPr>
        <p:spPr bwMode="auto">
          <a:xfrm rot="0" flipH="0" flipV="0">
            <a:off x="5369328" y="3246120"/>
            <a:ext cx="1453343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Tetrominoes</a:t>
            </a:r>
            <a:endParaRPr/>
          </a:p>
        </p:txBody>
      </p:sp>
      <p:pic>
        <p:nvPicPr>
          <p:cNvPr id="983687185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111462" y="1966912"/>
            <a:ext cx="3962399" cy="3933824"/>
          </a:xfrm>
          <a:prstGeom prst="rect">
            <a:avLst/>
          </a:prstGeom>
        </p:spPr>
      </p:pic>
      <p:pic>
        <p:nvPicPr>
          <p:cNvPr id="113836986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4073862" y="2034381"/>
            <a:ext cx="3962399" cy="3933824"/>
          </a:xfrm>
          <a:prstGeom prst="rect">
            <a:avLst/>
          </a:prstGeom>
        </p:spPr>
      </p:pic>
      <p:pic>
        <p:nvPicPr>
          <p:cNvPr id="177268953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7822659" y="1027906"/>
            <a:ext cx="4772025" cy="5067299"/>
          </a:xfrm>
          <a:prstGeom prst="rect">
            <a:avLst/>
          </a:prstGeom>
        </p:spPr>
      </p:pic>
      <p:pic>
        <p:nvPicPr>
          <p:cNvPr id="77198420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3962399" cy="3933824"/>
          </a:xfrm>
          <a:prstGeom prst="rect">
            <a:avLst/>
          </a:prstGeom>
        </p:spPr>
      </p:pic>
      <p:sp>
        <p:nvSpPr>
          <p:cNvPr id="843645690" name=""/>
          <p:cNvSpPr txBox="1"/>
          <p:nvPr/>
        </p:nvSpPr>
        <p:spPr bwMode="auto">
          <a:xfrm rot="0" flipH="0" flipV="0">
            <a:off x="5369328" y="3246120"/>
            <a:ext cx="1453343" cy="365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/>
              <a:t>Tetrominoes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68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72968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5379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59913147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3607340" y="-1185558"/>
            <a:ext cx="17383124" cy="9905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73325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310696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95686354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88359" y="1140377"/>
            <a:ext cx="11874837" cy="4192067"/>
          </a:xfrm>
          <a:prstGeom prst="rect">
            <a:avLst/>
          </a:prstGeom>
        </p:spPr>
      </p:pic>
      <p:sp>
        <p:nvSpPr>
          <p:cNvPr id="331187081" name=""/>
          <p:cNvSpPr/>
          <p:nvPr/>
        </p:nvSpPr>
        <p:spPr bwMode="auto">
          <a:xfrm rot="0" flipH="0" flipV="0">
            <a:off x="5482978" y="4205185"/>
            <a:ext cx="6454707" cy="344521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ONLYOFFICE/9.2.1.43</Application>
  <PresentationFormat>On-screen Show (4:3)</PresentationFormat>
  <Paragraphs>0</Paragraphs>
  <Slides>28</Slides>
  <Notes>28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2026-02-22T14:44:43Z</dcterms:modified>
</cp:coreProperties>
</file>